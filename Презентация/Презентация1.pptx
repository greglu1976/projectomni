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74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11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68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72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1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4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7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5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0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0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5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46F18-35F3-4C77-AB1D-19AAD982665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78094-2338-49BF-A283-82BFBBB6C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1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1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Введение. </a:t>
            </a:r>
            <a:r>
              <a:rPr lang="ru-RU" sz="2000" b="1" dirty="0" smtClean="0"/>
              <a:t>Автоматизация формирования эксплуатационной документации по данным ПЛК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sz="2000" dirty="0"/>
              <a:t>Общий подход к упорядочиванию большого объема однотипных данных</a:t>
            </a:r>
            <a:endParaRPr lang="en-US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В системах релейной защиты и автоматики энергетических объектов требуется оперативное и безошибочное сопровождение большого объёма однотипных данных:</a:t>
            </a:r>
          </a:p>
          <a:p>
            <a:r>
              <a:rPr lang="ru-RU" b="1" dirty="0"/>
              <a:t>Функциональные описания</a:t>
            </a:r>
            <a:r>
              <a:rPr lang="ru-RU" dirty="0"/>
              <a:t> логических схем ПЛК (входы, выходы, уставки);</a:t>
            </a:r>
          </a:p>
          <a:p>
            <a:r>
              <a:rPr lang="ru-RU" b="1" dirty="0"/>
              <a:t>Аппаратные спецификации</a:t>
            </a:r>
            <a:r>
              <a:rPr lang="ru-RU" dirty="0"/>
              <a:t> устройств (физические дискретные/аналоговые каналы, модули ввода-вывода и т.д.).</a:t>
            </a:r>
          </a:p>
          <a:p>
            <a:r>
              <a:rPr lang="ru-RU" dirty="0"/>
              <a:t>Ручное сопровождение таких данных и формирование на их основе </a:t>
            </a:r>
            <a:r>
              <a:rPr lang="ru-RU" b="1" dirty="0"/>
              <a:t>бланков уставок</a:t>
            </a:r>
            <a:r>
              <a:rPr lang="ru-RU" dirty="0"/>
              <a:t> и </a:t>
            </a:r>
            <a:r>
              <a:rPr lang="ru-RU" b="1" dirty="0"/>
              <a:t>руководств по эксплуатации</a:t>
            </a:r>
            <a:r>
              <a:rPr lang="ru-RU" dirty="0"/>
              <a:t> — процесс:</a:t>
            </a:r>
          </a:p>
          <a:p>
            <a:r>
              <a:rPr lang="ru-RU" b="1" dirty="0"/>
              <a:t>ресурсоёмкий</a:t>
            </a:r>
            <a:r>
              <a:rPr lang="ru-RU" dirty="0"/>
              <a:t>,</a:t>
            </a:r>
          </a:p>
          <a:p>
            <a:r>
              <a:rPr lang="ru-RU" b="1" dirty="0"/>
              <a:t>подверженный человеческим ошибкам</a:t>
            </a:r>
            <a:r>
              <a:rPr lang="ru-RU" dirty="0"/>
              <a:t>,</a:t>
            </a:r>
          </a:p>
          <a:p>
            <a:r>
              <a:rPr lang="ru-RU" b="1" dirty="0"/>
              <a:t>затрудняющий актуализацию</a:t>
            </a:r>
            <a:r>
              <a:rPr lang="ru-RU" dirty="0"/>
              <a:t> при модификации проекта.</a:t>
            </a:r>
          </a:p>
          <a:p>
            <a:r>
              <a:rPr lang="ru-RU" dirty="0"/>
              <a:t>Для решения этой задачи реализован </a:t>
            </a:r>
            <a:r>
              <a:rPr lang="ru-RU" b="1" dirty="0"/>
              <a:t>автоматизированный конвейер</a:t>
            </a:r>
            <a:r>
              <a:rPr lang="ru-RU" dirty="0"/>
              <a:t>, который:</a:t>
            </a:r>
          </a:p>
          <a:p>
            <a:r>
              <a:rPr lang="ru-RU" dirty="0"/>
              <a:t>✅ считывает структурированные данные из </a:t>
            </a:r>
            <a:r>
              <a:rPr lang="ru-RU" dirty="0" err="1"/>
              <a:t>Excel</a:t>
            </a:r>
            <a:r>
              <a:rPr lang="ru-RU" dirty="0"/>
              <a:t>-спецификаций,</a:t>
            </a:r>
            <a:br>
              <a:rPr lang="ru-RU" dirty="0"/>
            </a:br>
            <a:r>
              <a:rPr lang="ru-RU" dirty="0"/>
              <a:t>✅ обрабатывает их в соответствии с требованиями нормативной документации,</a:t>
            </a:r>
            <a:br>
              <a:rPr lang="ru-RU" dirty="0"/>
            </a:br>
            <a:r>
              <a:rPr lang="ru-RU" dirty="0"/>
              <a:t>✅ генерирует готовые к утверждению </a:t>
            </a:r>
            <a:r>
              <a:rPr lang="ru-RU" b="1" dirty="0"/>
              <a:t>бланки уставок</a:t>
            </a:r>
            <a:r>
              <a:rPr lang="ru-RU" dirty="0"/>
              <a:t> и </a:t>
            </a:r>
            <a:r>
              <a:rPr lang="ru-RU" b="1" dirty="0"/>
              <a:t>руководства по эксплуатации</a:t>
            </a:r>
            <a:r>
              <a:rPr lang="ru-RU" dirty="0"/>
              <a:t> в стандартизированном формате.</a:t>
            </a:r>
          </a:p>
          <a:p>
            <a:r>
              <a:rPr lang="ru-RU" dirty="0"/>
              <a:t>Данная презентация демонстрирует логику работы решения, его архитектуру и практическую пользу для инженеров АСУ ТП и служб РЗА.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343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7959"/>
          </a:xfrm>
        </p:spPr>
        <p:txBody>
          <a:bodyPr>
            <a:normAutofit fontScale="90000"/>
          </a:bodyPr>
          <a:lstStyle/>
          <a:p>
            <a:r>
              <a:rPr lang="ru-RU" sz="1800" dirty="0" smtClean="0"/>
              <a:t>Введение. </a:t>
            </a:r>
            <a:r>
              <a:rPr lang="ru-RU" sz="2200" b="1" dirty="0"/>
              <a:t>Автоматизация формирования эксплуатационной документации по данным ПЛК</a:t>
            </a:r>
            <a:r>
              <a:rPr lang="ru-RU" b="1" dirty="0"/>
              <a:t/>
            </a:r>
            <a:br>
              <a:rPr lang="ru-RU" b="1" dirty="0"/>
            </a:br>
            <a:r>
              <a:rPr lang="ru-RU" sz="1800" dirty="0" smtClean="0"/>
              <a:t>Общий подход к упорядочиванию большого объема однотипных данных</a:t>
            </a:r>
            <a:endParaRPr lang="en-US" sz="1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Для представления устройства в виде бланка уставок и руководства по эксплуатации необходимы следующие данные </a:t>
            </a:r>
            <a:r>
              <a:rPr lang="en-US" dirty="0" smtClean="0"/>
              <a:t>: </a:t>
            </a:r>
          </a:p>
          <a:p>
            <a:r>
              <a:rPr lang="en-US" dirty="0" smtClean="0"/>
              <a:t>1. </a:t>
            </a:r>
            <a:r>
              <a:rPr lang="ru-RU" dirty="0" smtClean="0"/>
              <a:t>Железо устройства (</a:t>
            </a:r>
            <a:r>
              <a:rPr lang="en-US" dirty="0" smtClean="0"/>
              <a:t>Hardware)</a:t>
            </a:r>
          </a:p>
          <a:p>
            <a:r>
              <a:rPr lang="en-US" dirty="0" smtClean="0"/>
              <a:t>2. </a:t>
            </a:r>
            <a:r>
              <a:rPr lang="ru-RU" dirty="0" smtClean="0"/>
              <a:t>Софт устройства (</a:t>
            </a:r>
            <a:r>
              <a:rPr lang="en-US" dirty="0" smtClean="0"/>
              <a:t>Software</a:t>
            </a:r>
            <a:r>
              <a:rPr lang="ru-RU" dirty="0" smtClean="0"/>
              <a:t>)</a:t>
            </a:r>
            <a:endParaRPr lang="en-US" dirty="0" smtClean="0"/>
          </a:p>
          <a:p>
            <a:r>
              <a:rPr lang="en-US" dirty="0" smtClean="0"/>
              <a:t>3. </a:t>
            </a:r>
            <a:r>
              <a:rPr lang="ru-RU" dirty="0" smtClean="0"/>
              <a:t>Прочие (</a:t>
            </a:r>
            <a:r>
              <a:rPr lang="en-US" dirty="0" smtClean="0"/>
              <a:t>?</a:t>
            </a:r>
            <a:r>
              <a:rPr lang="ru-RU" dirty="0" smtClean="0"/>
              <a:t>)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0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277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Представление устройства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МП устройство РЗА может быть представлено как из двух частей </a:t>
            </a:r>
          </a:p>
          <a:p>
            <a:pPr marL="0" indent="0">
              <a:buNone/>
            </a:pPr>
            <a:r>
              <a:rPr lang="ru-RU" dirty="0" smtClean="0"/>
              <a:t>Аппаратная часть (железо) и Программная часть Софт,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Софт включает в себя описание функций РЗА, сервисных функций, 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 при этом конфигурация железа и софта может быть определена по коду заказа.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4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3842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Текущая реализация автоматизированного создания отчетов в виде бланка уставок и руководства по эксплуатации</a:t>
            </a:r>
            <a:endParaRPr lang="en-US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/>
          <a:lstStyle/>
          <a:p>
            <a:r>
              <a:rPr lang="ru-RU" dirty="0" smtClean="0"/>
              <a:t>На данный момент для создания отчетов применяется взаимосвязанная структура показана </a:t>
            </a:r>
            <a:r>
              <a:rPr lang="ru-RU" smtClean="0"/>
              <a:t>на рисунке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6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Достоинства и недостатки выбранного подхода к автоматизированному созданию отчетов</a:t>
            </a:r>
            <a:endParaRPr lang="en-US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22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Что нужно для М500</a:t>
            </a:r>
            <a:endParaRPr lang="en-US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3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Возможные улучшения в будущем</a:t>
            </a:r>
            <a:endParaRPr lang="en-US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0481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297</Words>
  <Application>Microsoft Office PowerPoint</Application>
  <PresentationFormat>Широкоэкранный</PresentationFormat>
  <Paragraphs>28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Введение. Автоматизация формирования эксплуатационной документации по данным ПЛК Общий подход к упорядочиванию большого объема однотипных данных</vt:lpstr>
      <vt:lpstr>Введение. Автоматизация формирования эксплуатационной документации по данным ПЛК Общий подход к упорядочиванию большого объема однотипных данных</vt:lpstr>
      <vt:lpstr>Представление устройства</vt:lpstr>
      <vt:lpstr>Текущая реализация автоматизированного создания отчетов в виде бланка уставок и руководства по эксплуатации</vt:lpstr>
      <vt:lpstr>Достоинства и недостатки выбранного подхода к автоматизированному созданию отчетов</vt:lpstr>
      <vt:lpstr>Что нужно для М500</vt:lpstr>
      <vt:lpstr>Возможные улучшения в будущем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Лубов Григорий</dc:creator>
  <cp:lastModifiedBy>Лубов Григорий</cp:lastModifiedBy>
  <cp:revision>9</cp:revision>
  <dcterms:created xsi:type="dcterms:W3CDTF">2025-09-25T09:39:18Z</dcterms:created>
  <dcterms:modified xsi:type="dcterms:W3CDTF">2025-09-25T09:51:46Z</dcterms:modified>
</cp:coreProperties>
</file>