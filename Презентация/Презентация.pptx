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20"/>
  </p:notesMasterIdLst>
  <p:handoutMasterIdLst>
    <p:handoutMasterId r:id="rId21"/>
  </p:handoutMasterIdLst>
  <p:sldIdLst>
    <p:sldId id="265" r:id="rId2"/>
    <p:sldId id="638" r:id="rId3"/>
    <p:sldId id="643" r:id="rId4"/>
    <p:sldId id="656" r:id="rId5"/>
    <p:sldId id="657" r:id="rId6"/>
    <p:sldId id="648" r:id="rId7"/>
    <p:sldId id="644" r:id="rId8"/>
    <p:sldId id="658" r:id="rId9"/>
    <p:sldId id="649" r:id="rId10"/>
    <p:sldId id="646" r:id="rId11"/>
    <p:sldId id="652" r:id="rId12"/>
    <p:sldId id="654" r:id="rId13"/>
    <p:sldId id="653" r:id="rId14"/>
    <p:sldId id="647" r:id="rId15"/>
    <p:sldId id="650" r:id="rId16"/>
    <p:sldId id="651" r:id="rId17"/>
    <p:sldId id="655" r:id="rId18"/>
    <p:sldId id="284" r:id="rId19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29.09.2025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29.09.2025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таких данных и формирование на их основе бланков уставок и руководств по эксплуатации процесс ресурсоемкий, подвержено человеческим ошибкам и все это затрудняет актуализацию при внесении каких-либо изменений в описание функций и пр.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реализована автоматизированная система, которая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1. ОБЩАЯ СТРУКТУРНАЯ СХЕМА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Организация базы данных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2. ОРГАНИЗАЦИЯ БАЗЫ ДАННЫХ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268760"/>
            <a:ext cx="9912424" cy="512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38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Система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3. СИСТЕМА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07368" y="1338662"/>
            <a:ext cx="1159328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202122"/>
                </a:solidFill>
                <a:latin typeface="+mj-lt"/>
              </a:rPr>
              <a:t>LaTeX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  — наиболее популярный набор макрорасширений (или макропакет)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системы компьютерной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верстки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который облегчает набор сложных документов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документации выбран движок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LuaLaTeX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так как он поддерживает кириллические шрифты.</a:t>
            </a:r>
          </a:p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была установлена полная версия пакета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(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около 8 Гб на жестком диске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 редактором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TeXworks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 Работоспособность проверялась на ОС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Windows (7, 11), Ubuntu.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2815990"/>
            <a:ext cx="7394397" cy="359099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256240" y="4085375"/>
            <a:ext cx="309634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solidFill>
                  <a:srgbClr val="202122"/>
                </a:solidFill>
                <a:latin typeface="+mj-lt"/>
              </a:rPr>
              <a:t>Внешний вид редактора </a:t>
            </a:r>
            <a:r>
              <a:rPr lang="en-US" sz="1600" dirty="0" err="1" smtClean="0">
                <a:solidFill>
                  <a:srgbClr val="202122"/>
                </a:solidFill>
                <a:latin typeface="+mj-lt"/>
              </a:rPr>
              <a:t>TeXworks</a:t>
            </a:r>
            <a:endParaRPr lang="en-US" sz="1600" dirty="0">
              <a:solidFill>
                <a:srgbClr val="20212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98244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Специализированное ПО </a:t>
            </a:r>
            <a:r>
              <a:rPr lang="ru-RU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2237981"/>
            <a:ext cx="7248501" cy="422680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4. СПЕЦИАЛИЗИРОВАННОЕ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автоматизированного обновления данных в документе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потребовалась разработка специального программного обеспечения, которое загружает файлы базы данных и обновляет в соответствии с ними таблицы в документации. Дополнительно на основании тех же данных ПО может создавать бланки уставок для устройства.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err="1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3207"/>
              </p:ext>
            </p:extLst>
          </p:nvPr>
        </p:nvGraphicFramePr>
        <p:xfrm>
          <a:off x="191344" y="1386677"/>
          <a:ext cx="11809312" cy="4882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78464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5830848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r>
                        <a:rPr lang="ru-RU" sz="14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рисунке  в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получен из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DWG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en-US" sz="14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ЗОП и пр. имеют одинаковое описание для разных устройств).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4567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336841"/>
                  </a:ext>
                </a:extLst>
              </a:tr>
              <a:tr h="788851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21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030502"/>
              </p:ext>
            </p:extLst>
          </p:nvPr>
        </p:nvGraphicFramePr>
        <p:xfrm>
          <a:off x="191344" y="1386677"/>
          <a:ext cx="11809312" cy="5080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592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58539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576064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Корявый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вид полученного документа, как будто студенческая курсовая работа на тройку.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489089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</a:t>
                      </a: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Также не возможно правильно выставить колонтитулы на листах ландшафтной ориентации. 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94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10610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Применение открытых бесплатных библиотек.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Требования к специализированному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дополнительные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Казалось бы это 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56" y="1268760"/>
            <a:ext cx="8928992" cy="454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Перспективы дальнейшей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фактически архитектура представляет собой следующее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-&gt; TEX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описания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-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&gt;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верстка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 -&gt; PDF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(РЭ)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XLSX файлы с данными -&gt; ПО </a:t>
            </a:r>
            <a:r>
              <a:rPr lang="ru-RU" sz="2000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(Бланк уставок)  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ПЕРСПЕКТИВЫ ДАЛЬНЕЙШЕГО РАЗВИТИЯ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5400" y="2996952"/>
            <a:ext cx="110172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Дальнейшее развитие ПО видится как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Переход от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созданию полноценного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десктопного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приложения под платформу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 .NET.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(Современный интерфейс – например,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Avalonia,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 также приложения под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.NET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являются кроссплатформенными).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Перенос данных из файлов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базу данных типа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SQL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(Здесь уже точно определяются типы данных, при работе 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таблицами посредством библиотеки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pandas 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возникают артефакты, т.к.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может по разному трактовать данные в ячейках. Это приводит к усложнению кода).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6594763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уставки.</a:t>
            </a:r>
          </a:p>
          <a:p>
            <a:pPr marL="457200" indent="-457200">
              <a:buAutoNum type="arabicPeriod"/>
            </a:pP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портала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достаточно для создания руководств по эксплуатации и бланков уставок. </a:t>
            </a: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процессе формирования РЭ и БУ информация дополнительно проверяется на возможные ошибки.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VSD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адаптацию.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>
                <a:solidFill>
                  <a:prstClr val="white"/>
                </a:solidFill>
                <a:latin typeface="Arial Narrow"/>
              </a:rPr>
              <a:t>ПРЕДЛАГАЕМАЯ КОНЦЕПЦИЯ МОДЕЛИ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УСТРОЙСТВА ДЛЯ ДАЛЬНЕЙШЕЙ РАЗРАБОТКИ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936" y="1340503"/>
            <a:ext cx="6606044" cy="5164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Укрупненная диаграмма классов для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5171195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устройства достаточно собрать объект классов Аппаратная часть и Программная часть.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То есть, фактически необходим только КОД ЗАКАЗА устройства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и, естественно, заполненная база данных с инфо по модулям и функциональным блокам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код заказа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en-US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ЮНИТ-М314-ДЗТ2-Р02с-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x-K002-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-B021-B0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0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1-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х-С01.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-2.1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Из этого кода заказа получаем список модулей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[‘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Р02с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‘K002’, ‘B021’,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В001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ab00’,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a0’]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аппаратной части и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получаем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версию ФСУ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ДЗТ2-2.1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зная версию ФСУ из БД мы получим ее функциональный состав. И все … </a:t>
            </a:r>
            <a:r>
              <a:rPr lang="ru-RU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вуаля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! Можем создать объект Устройство и передать его в класс Руководство по эксплуатации. </a:t>
            </a:r>
          </a:p>
          <a:p>
            <a:pPr marL="0" indent="0">
              <a:buNone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89930</TotalTime>
  <Words>1697</Words>
  <Application>Microsoft Office PowerPoint</Application>
  <PresentationFormat>Широкоэкранный</PresentationFormat>
  <Paragraphs>152</Paragraphs>
  <Slides>18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3311</cp:revision>
  <cp:lastPrinted>2018-07-20T14:32:00Z</cp:lastPrinted>
  <dcterms:created xsi:type="dcterms:W3CDTF">2012-08-24T07:28:38Z</dcterms:created>
  <dcterms:modified xsi:type="dcterms:W3CDTF">2025-09-29T06:46:01Z</dcterms:modified>
</cp:coreProperties>
</file>