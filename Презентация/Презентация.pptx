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18"/>
  </p:notesMasterIdLst>
  <p:handoutMasterIdLst>
    <p:handoutMasterId r:id="rId19"/>
  </p:handoutMasterIdLst>
  <p:sldIdLst>
    <p:sldId id="265" r:id="rId2"/>
    <p:sldId id="638" r:id="rId3"/>
    <p:sldId id="643" r:id="rId4"/>
    <p:sldId id="644" r:id="rId5"/>
    <p:sldId id="645" r:id="rId6"/>
    <p:sldId id="649" r:id="rId7"/>
    <p:sldId id="646" r:id="rId8"/>
    <p:sldId id="652" r:id="rId9"/>
    <p:sldId id="654" r:id="rId10"/>
    <p:sldId id="653" r:id="rId11"/>
    <p:sldId id="648" r:id="rId12"/>
    <p:sldId id="647" r:id="rId13"/>
    <p:sldId id="650" r:id="rId14"/>
    <p:sldId id="651" r:id="rId15"/>
    <p:sldId id="655" r:id="rId16"/>
    <p:sldId id="284" r:id="rId17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>
        <p:scale>
          <a:sx n="100" d="100"/>
          <a:sy n="100" d="100"/>
        </p:scale>
        <p:origin x="696" y="4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26.09.2025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26.09.2025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данных и формирование на их основе бланков уставок и руководств по эксплуатации процесс ресурсоемкий, подвержен человеческим ошибкам и все это затрудняет актуализацию при внесении каких-либо изменений в описание функций и пр.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 автоматизированный конвейер, который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152787"/>
              </p:ext>
            </p:extLst>
          </p:nvPr>
        </p:nvGraphicFramePr>
        <p:xfrm>
          <a:off x="551384" y="1484784"/>
          <a:ext cx="11449272" cy="4328160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5832648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240000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рисунке в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получен из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DWG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 и пр. имеют одинаковое описание для разных устройств).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 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лучше 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Word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3648470"/>
              </p:ext>
            </p:extLst>
          </p:nvPr>
        </p:nvGraphicFramePr>
        <p:xfrm>
          <a:off x="551384" y="1484785"/>
          <a:ext cx="11449272" cy="477292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4968552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346595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483418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4910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Корявый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вид полученного документа, как будто студенческая курсовая работа на тройку.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связи с тем, что в документе вставлены растровые рисунки (а их в РЭ очень много) большой размер выходного файла РЭ,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что также усложняет работу с этим документом.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59716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740258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  <a:tr h="92532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Не возможно правильно выставить колонтитулы на листах ландшафтной ориентации. 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277680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795768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добавляет дополнительные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Казалось бы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268760"/>
            <a:ext cx="8928992" cy="454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Основные возможности ПО на данный момент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1364712"/>
            <a:ext cx="8976693" cy="5234566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ОСНОВНЫЕ ВОЗМОЖНОСТИ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Перспективы дальнейшей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фактически архитектура представляет собой следующее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-&gt; TEX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описания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-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&gt;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верстка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 -&gt; PDF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(РЭ)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XLSX файлы с данными -&gt; ПО </a:t>
            </a:r>
            <a:r>
              <a:rPr lang="ru-RU" sz="2000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(Бланк уставок)  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ПЕРСПЕКТИВЫ ДАЛЬНЕЙШЕГО РАЗВИТИЯ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5400" y="2996952"/>
            <a:ext cx="110172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Дальнейшее развитие ПО видится как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Переход от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созданию полноценного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десктопного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приложения под платформу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 .NET.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(Здесь уже появляется современный интерфейс – например,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Avalonia,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так же приложения под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.NET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являются кроссплатформенными).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Перенос данных из файлов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базу данных типа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SQL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(Здесь уже точно определяются типы данных, при работе 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таблицами посредством библиотеки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pandas 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возникают артефакты, т.к.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может по разному трактовать данные в ячейках. Это приводит к усложнению кода).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6594763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портала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достаточно для создания руководств по эксплуатации и бланков уставок. </a:t>
            </a: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процессе формирования РЭ и БУ информация дополнительно проверяется на возможные ошибки.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VSD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Аппаратная часть и Программная часть.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вида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И все … </a:t>
            </a:r>
            <a:r>
              <a:rPr lang="ru-RU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вуаля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! Можем 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89839</TotalTime>
  <Words>1583</Words>
  <Application>Microsoft Office PowerPoint</Application>
  <PresentationFormat>Широкоэкранный</PresentationFormat>
  <Paragraphs>144</Paragraphs>
  <Slides>16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3296</cp:revision>
  <cp:lastPrinted>2018-07-20T14:32:00Z</cp:lastPrinted>
  <dcterms:created xsi:type="dcterms:W3CDTF">2012-08-24T07:28:38Z</dcterms:created>
  <dcterms:modified xsi:type="dcterms:W3CDTF">2025-09-26T12:07:08Z</dcterms:modified>
</cp:coreProperties>
</file>