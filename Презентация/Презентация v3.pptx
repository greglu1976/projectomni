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0"/>
  </p:notesMasterIdLst>
  <p:handoutMasterIdLst>
    <p:handoutMasterId r:id="rId21"/>
  </p:handoutMasterIdLst>
  <p:sldIdLst>
    <p:sldId id="265" r:id="rId2"/>
    <p:sldId id="638" r:id="rId3"/>
    <p:sldId id="643" r:id="rId4"/>
    <p:sldId id="656" r:id="rId5"/>
    <p:sldId id="657" r:id="rId6"/>
    <p:sldId id="648" r:id="rId7"/>
    <p:sldId id="659" r:id="rId8"/>
    <p:sldId id="644" r:id="rId9"/>
    <p:sldId id="658" r:id="rId10"/>
    <p:sldId id="649" r:id="rId11"/>
    <p:sldId id="646" r:id="rId12"/>
    <p:sldId id="652" r:id="rId13"/>
    <p:sldId id="654" r:id="rId14"/>
    <p:sldId id="653" r:id="rId15"/>
    <p:sldId id="650" r:id="rId16"/>
    <p:sldId id="651" r:id="rId17"/>
    <p:sldId id="655" r:id="rId18"/>
    <p:sldId id="284" r:id="rId19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>
        <p:scale>
          <a:sx n="100" d="100"/>
          <a:sy n="100" d="100"/>
        </p:scale>
        <p:origin x="69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14.10.2025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14.10.2025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таких объемов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и формирование на их основе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эксплуатационной документации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Минусом ручного сопровождения является фактор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человеческих ошибок, которые сложно отследить в конечном документе.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устройства в формате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doc(x)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5. ВОЗМОЖНОСТИ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Автоматизированная сборка бланка уставок предоставляет дополнительные удобства при работе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: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Автоматическое заполнение полей бланка уставок (колонтитулы, версии). 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Возможность собрать все сигналы конкретного устройства и вывести их в выпадающий список.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261992"/>
            <a:ext cx="9091009" cy="40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72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68468"/>
              </p:ext>
            </p:extLst>
          </p:nvPr>
        </p:nvGraphicFramePr>
        <p:xfrm>
          <a:off x="191344" y="1386677"/>
          <a:ext cx="11809312" cy="486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2688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рисунки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могут быть получены из различных систем создания векторной графики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Autocad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Visio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пр.).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ЗОП,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имеют одинаковое описание для разных устройств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Это актуально при формировании ЭД на типовые решения ШЭТ/ОЭТ.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 (возможность создать на основе существующего кода дополнительный функционал – например, создать отчет по назначению сигналов протокола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GOOSE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внутренние сигналы устройства, на данный момент не требуется, но может понадобиться в будущем).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Требования к специализированному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9376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Возможно, это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36" y="1242268"/>
            <a:ext cx="8136904" cy="41400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207568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Word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691887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PDF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LaTeX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корпоративного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портала 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472" y="2494628"/>
            <a:ext cx="7104112" cy="342668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09" y="2507596"/>
            <a:ext cx="3941995" cy="296014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901884" y="5868024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Функциональные блоки в формате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xslx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Основная база для разработки ЭД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320136" y="5844852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Пример описания функционального блока ДЗТ из портала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Confulence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 в окне браузера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</a:rPr>
              <a:t>VSDx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адаптацию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Аппаратка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 и Программная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Софт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код заказа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ab00’,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Теперь есть возможность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90030</TotalTime>
  <Words>1671</Words>
  <Application>Microsoft Office PowerPoint</Application>
  <PresentationFormat>Широкоэкранный</PresentationFormat>
  <Paragraphs>141</Paragraphs>
  <Slides>18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3326</cp:revision>
  <cp:lastPrinted>2018-07-20T14:32:00Z</cp:lastPrinted>
  <dcterms:created xsi:type="dcterms:W3CDTF">2012-08-24T07:28:38Z</dcterms:created>
  <dcterms:modified xsi:type="dcterms:W3CDTF">2025-10-14T08:10:34Z</dcterms:modified>
</cp:coreProperties>
</file>